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62538d51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62538d51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62538d51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62538d51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62538d51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62538d51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f62538d51_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f62538d51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f62538d51_2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f62538d51_2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f62538d51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f62538d51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large problem in assembling the 3D network was trying to flatten multiple rods into one DOF vector in order, which allowed me to flatten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f62538d51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f62538d51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initial overall plan was, once I figured out how handle junctions, to create a tree search, as shown in this arbitrary network here. The goal was to assemble a rod for each, and do junction handling whenever a junction is found.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f62538d5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f62538d5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of 3D Haptic Node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Luke Sage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Design and 2D model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18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 A challenge of this project is the need to model junctions.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also shows the initial geometry of my design, which has since been modified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imula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4283700" cy="32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haptic node design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46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model this properly will require a rod simulation with 3D junction handling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17463" l="0" r="0" t="5943"/>
          <a:stretch/>
        </p:blipFill>
        <p:spPr>
          <a:xfrm>
            <a:off x="4384050" y="1304013"/>
            <a:ext cx="5419500" cy="31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 Haptic Node Simulation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15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goal: allow junction handling, including bending between edges at a junction: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My original goal was to handle bending between every edge, but other papers suggest instead consecutive edges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752" y="1017725"/>
            <a:ext cx="4805251" cy="39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Junction Handling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404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Non-bending junction of chains was functional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However, adding bending prevented convergence </a:t>
            </a:r>
            <a:endParaRPr/>
          </a:p>
        </p:txBody>
      </p:sp>
      <p:pic>
        <p:nvPicPr>
          <p:cNvPr id="83" name="Google Shape;83;p17" title="simula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100" y="1152475"/>
            <a:ext cx="5024201" cy="376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mistakes I made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 tried to flatten the rods into a global dof vector, which made indexing challenging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 wanted to calculate bending between each edge pair at a junction, rather than consecutive edges.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approaches like dismech, bending calculation is computed in consecutive edges into a junction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calculating bending for an edge pair at a junction, one must be reversed such that it is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Junction Handling Continued</a:t>
            </a:r>
            <a:endParaRPr/>
          </a:p>
        </p:txBody>
      </p:sp>
      <p:pic>
        <p:nvPicPr>
          <p:cNvPr id="95" name="Google Shape;95;p19" title="ezgif.com-animated-gif-mak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600" y="1350400"/>
            <a:ext cx="4354701" cy="32660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172025" y="1221375"/>
            <a:ext cx="4354800" cy="3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My </a:t>
            </a:r>
            <a:r>
              <a:rPr lang="en" sz="1800">
                <a:solidFill>
                  <a:schemeClr val="dk2"/>
                </a:solidFill>
              </a:rPr>
              <a:t>initial</a:t>
            </a:r>
            <a:r>
              <a:rPr lang="en" sz="1800">
                <a:solidFill>
                  <a:schemeClr val="dk2"/>
                </a:solidFill>
              </a:rPr>
              <a:t> plan was to be able to handle arbitrary rod networks.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 tree search algorithm w</a:t>
            </a:r>
            <a:r>
              <a:rPr lang="en" sz="1800">
                <a:solidFill>
                  <a:schemeClr val="dk2"/>
                </a:solidFill>
              </a:rPr>
              <a:t>as my plan to assemble the network.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Could parallel transport down from a single end edge.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Every junction would have 1 edge in, n edges out.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Approach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537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Going forward, I will likely be using dismech, which handles junction functionality.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Alternatively, I will replicate the dismech edge handling strategy and apply it to my tree search method. 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4925" y="1487998"/>
            <a:ext cx="2807374" cy="231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